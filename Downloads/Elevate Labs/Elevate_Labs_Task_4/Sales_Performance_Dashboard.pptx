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5315" y="192405"/>
            <a:ext cx="7772400" cy="2033270"/>
          </a:xfrm>
        </p:spPr>
        <p:txBody>
          <a:bodyPr/>
          <a:lstStyle/>
          <a:p>
            <a:r>
              <a:rPr u="sng"/>
              <a:t>Sales Performance Dashboard</a:t>
            </a:r>
            <a:endParaRPr u="sn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8080" y="2529840"/>
            <a:ext cx="6624320" cy="3913505"/>
          </a:xfrm>
        </p:spPr>
        <p:txBody>
          <a:bodyPr>
            <a:normAutofit/>
          </a:bodyPr>
          <a:lstStyle/>
          <a:p>
            <a:pPr algn="l"/>
            <a:r>
              <a:rPr sz="2800">
                <a:solidFill>
                  <a:schemeClr val="tx1"/>
                </a:solidFill>
              </a:rPr>
              <a:t>Tool Used: Power BI</a:t>
            </a:r>
            <a:endParaRPr sz="2800">
              <a:solidFill>
                <a:schemeClr val="tx1"/>
              </a:solidFill>
            </a:endParaRPr>
          </a:p>
          <a:p>
            <a:pPr algn="l"/>
            <a:r>
              <a:rPr sz="2800">
                <a:solidFill>
                  <a:schemeClr val="tx1"/>
                </a:solidFill>
              </a:rPr>
              <a:t>Dataset:</a:t>
            </a:r>
            <a:r>
              <a:rPr lang="en-US" sz="2800">
                <a:solidFill>
                  <a:schemeClr val="tx1"/>
                </a:solidFill>
              </a:rPr>
              <a:t>Superstore Sales Dataset</a:t>
            </a:r>
            <a:endParaRPr sz="2800">
              <a:solidFill>
                <a:schemeClr val="tx1"/>
              </a:solidFill>
            </a:endParaRPr>
          </a:p>
          <a:p>
            <a:pPr algn="l"/>
            <a:endParaRPr sz="2800">
              <a:solidFill>
                <a:schemeClr val="tx1"/>
              </a:solidFill>
            </a:endParaRPr>
          </a:p>
          <a:p>
            <a:pPr algn="l"/>
            <a:r>
              <a:rPr sz="2800">
                <a:solidFill>
                  <a:schemeClr val="tx1"/>
                </a:solidFill>
              </a:rPr>
              <a:t>Objective:</a:t>
            </a:r>
            <a:endParaRPr sz="2800">
              <a:solidFill>
                <a:schemeClr val="tx1"/>
              </a:solidFill>
            </a:endParaRPr>
          </a:p>
          <a:p>
            <a:pPr algn="l"/>
            <a:r>
              <a:rPr sz="2800">
                <a:solidFill>
                  <a:schemeClr val="tx1"/>
                </a:solidFill>
              </a:rPr>
              <a:t>Analyze sales, profit, and growth trends to support business decision-making.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974840" y="1765300"/>
            <a:ext cx="19202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/>
              <a:t>G.Swathi Sri</a:t>
            </a:r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Objective &amp; Scope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2605"/>
            <a:ext cx="8229600" cy="4525963"/>
          </a:xfrm>
        </p:spPr>
        <p:txBody>
          <a:bodyPr>
            <a:normAutofit lnSpcReduction="20000"/>
          </a:bodyPr>
          <a:lstStyle/>
          <a:p>
            <a:r>
              <a:t>Project Objective:</a:t>
            </a:r>
          </a:p>
          <a:p>
            <a:pPr marL="457200" lvl="1" indent="457200">
              <a:buNone/>
            </a:pPr>
            <a:r>
              <a:t> </a:t>
            </a:r>
            <a:r>
              <a:t>Provide a clear and interactive view of sales performance for stakeholders.</a:t>
            </a:r>
          </a:p>
          <a:p/>
          <a:p>
            <a:r>
              <a:t>Scope of Analysis:</a:t>
            </a:r>
          </a:p>
          <a:p>
            <a:pPr marL="0" indent="457200">
              <a:buNone/>
            </a:pPr>
            <a:r>
              <a:rPr sz="2800"/>
              <a:t>• Overall sales and profit performance</a:t>
            </a:r>
            <a:endParaRPr sz="2800"/>
          </a:p>
          <a:p>
            <a:pPr marL="0" indent="457200">
              <a:buNone/>
            </a:pPr>
            <a:r>
              <a:rPr sz="2800"/>
              <a:t>• Growth trends over time</a:t>
            </a:r>
            <a:endParaRPr sz="2800"/>
          </a:p>
          <a:p>
            <a:pPr marL="0" indent="457200">
              <a:buNone/>
            </a:pPr>
            <a:r>
              <a:rPr sz="2800"/>
              <a:t>• Category-wise performance</a:t>
            </a:r>
            <a:endParaRPr sz="2800"/>
          </a:p>
          <a:p>
            <a:pPr marL="0" indent="457200">
              <a:buNone/>
            </a:pPr>
            <a:r>
              <a:rPr sz="2800"/>
              <a:t>• Interactive analysis using filters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/>
              <a:t>Key KPIs Used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>
            <a:r>
              <a:t>The dashboard focuses on the following KPIs:</a:t>
            </a:r>
          </a:p>
          <a:p>
            <a:pPr marL="0" indent="457200">
              <a:buNone/>
            </a:pPr>
            <a:r>
              <a:rPr sz="2800"/>
              <a:t>• Total Sales</a:t>
            </a:r>
            <a:endParaRPr sz="2800"/>
          </a:p>
          <a:p>
            <a:pPr marL="0" indent="457200">
              <a:buNone/>
            </a:pPr>
            <a:r>
              <a:rPr sz="2800"/>
              <a:t>• Total Profit</a:t>
            </a:r>
            <a:endParaRPr sz="2800"/>
          </a:p>
          <a:p>
            <a:pPr marL="0" indent="457200">
              <a:buNone/>
            </a:pPr>
            <a:r>
              <a:rPr sz="2800"/>
              <a:t>• Profit Margin</a:t>
            </a:r>
            <a:endParaRPr sz="2800"/>
          </a:p>
          <a:p>
            <a:pPr marL="0" indent="457200">
              <a:buNone/>
            </a:pPr>
            <a:r>
              <a:rPr sz="2800"/>
              <a:t>• Total Orders</a:t>
            </a:r>
            <a:endParaRPr sz="2800"/>
          </a:p>
          <a:p/>
          <a:p>
            <a:r>
              <a:t>These KPIs provide a quick summary of overall business health.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4343"/>
            <a:ext cx="8229600" cy="1143000"/>
          </a:xfrm>
        </p:spPr>
        <p:txBody>
          <a:bodyPr/>
          <a:lstStyle/>
          <a:p>
            <a:r>
              <a:rPr u="sng"/>
              <a:t>Dashboard Features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32000"/>
            <a:ext cx="8229600" cy="4525963"/>
          </a:xfrm>
        </p:spPr>
        <p:txBody>
          <a:bodyPr/>
          <a:lstStyle/>
          <a:p>
            <a:r>
              <a:t>Key Dashboard Features:</a:t>
            </a:r>
          </a:p>
          <a:p>
            <a:pPr marL="0" indent="457200">
              <a:buNone/>
            </a:pPr>
            <a:r>
              <a:rPr sz="2800"/>
              <a:t>• KPI cards for quick insights</a:t>
            </a:r>
            <a:endParaRPr sz="2800"/>
          </a:p>
          <a:p>
            <a:pPr marL="0" indent="457200">
              <a:buNone/>
            </a:pPr>
            <a:r>
              <a:rPr sz="2800"/>
              <a:t>• Time-series charts for sales trends</a:t>
            </a:r>
            <a:endParaRPr sz="2800"/>
          </a:p>
          <a:p>
            <a:pPr marL="0" indent="457200">
              <a:buNone/>
            </a:pPr>
            <a:r>
              <a:rPr sz="2800"/>
              <a:t>• Category-wise comparison visuals</a:t>
            </a:r>
            <a:endParaRPr sz="2800"/>
          </a:p>
          <a:p>
            <a:pPr marL="457200" lvl="1" indent="0">
              <a:buNone/>
            </a:pPr>
            <a:r>
              <a:rPr sz="2800"/>
              <a:t>• Slicers / filters for interactivity</a:t>
            </a:r>
            <a:endParaRPr sz="2800"/>
          </a:p>
          <a:p>
            <a:pPr marL="0" indent="457200">
              <a:buNone/>
            </a:pPr>
            <a:r>
              <a:rPr sz="2800"/>
              <a:t>• Consistent color theme for readability</a:t>
            </a:r>
            <a:endParaRPr sz="2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955" y="357823"/>
            <a:ext cx="8229600" cy="1143000"/>
          </a:xfrm>
        </p:spPr>
        <p:txBody>
          <a:bodyPr/>
          <a:lstStyle/>
          <a:p>
            <a:r>
              <a:rPr u="sng"/>
              <a:t>Key Insights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1315" y="1900555"/>
            <a:ext cx="8229600" cy="4525963"/>
          </a:xfrm>
        </p:spPr>
        <p:txBody>
          <a:bodyPr/>
          <a:lstStyle/>
          <a:p>
            <a:r>
              <a:t>Insights from the Dashboard:</a:t>
            </a:r>
          </a:p>
          <a:p>
            <a:pPr marL="0" indent="457200">
              <a:buNone/>
            </a:pPr>
            <a:r>
              <a:rPr sz="2800"/>
              <a:t>•</a:t>
            </a:r>
            <a:r>
              <a:t> </a:t>
            </a:r>
            <a:r>
              <a:rPr sz="2800"/>
              <a:t>Sales vary significantly across time periods</a:t>
            </a:r>
            <a:endParaRPr sz="2800"/>
          </a:p>
          <a:p>
            <a:pPr marL="0" indent="457200">
              <a:buNone/>
            </a:pPr>
            <a:r>
              <a:rPr sz="2800"/>
              <a:t>• Certain categories contribute more to overall </a:t>
            </a:r>
            <a:r>
              <a:rPr lang="en-US" sz="2800"/>
              <a:t>	</a:t>
            </a:r>
            <a:r>
              <a:rPr sz="2800"/>
              <a:t>profit</a:t>
            </a:r>
            <a:endParaRPr sz="2800"/>
          </a:p>
          <a:p>
            <a:pPr marL="0" indent="457200">
              <a:buNone/>
            </a:pPr>
            <a:r>
              <a:rPr sz="2800"/>
              <a:t>• Some categories show lower profit margins</a:t>
            </a:r>
            <a:endParaRPr sz="2800"/>
          </a:p>
          <a:p>
            <a:pPr marL="0" indent="457200">
              <a:buNone/>
            </a:pPr>
            <a:r>
              <a:rPr sz="2800"/>
              <a:t>• Performance improves during specific periods</a:t>
            </a:r>
            <a:endParaRPr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6408"/>
            <a:ext cx="8229600" cy="1143000"/>
          </a:xfrm>
        </p:spPr>
        <p:txBody>
          <a:bodyPr/>
          <a:lstStyle/>
          <a:p>
            <a:r>
              <a:rPr u="sng"/>
              <a:t>Conclusion &amp; Outcome</a:t>
            </a:r>
            <a:endParaRPr u="sn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45" y="1911985"/>
            <a:ext cx="8229600" cy="4525963"/>
          </a:xfrm>
        </p:spPr>
        <p:txBody>
          <a:bodyPr>
            <a:normAutofit lnSpcReduction="20000"/>
          </a:bodyPr>
          <a:lstStyle/>
          <a:p>
            <a:r>
              <a:t>Conclusion:</a:t>
            </a:r>
          </a:p>
          <a:p>
            <a:pPr marL="0" indent="457200">
              <a:buNone/>
            </a:pPr>
            <a:r>
              <a:rPr sz="2800"/>
              <a:t>The dashboard presents sales and financial data in an interactive and easy-to-understand format.</a:t>
            </a:r>
            <a:endParaRPr sz="2800"/>
          </a:p>
          <a:p/>
          <a:p>
            <a:r>
              <a:t>Outcome:</a:t>
            </a:r>
          </a:p>
          <a:p>
            <a:pPr marL="0" indent="457200">
              <a:buNone/>
            </a:pPr>
            <a:r>
              <a:rPr sz="2800"/>
              <a:t>• Better understanding of sales performance</a:t>
            </a:r>
            <a:endParaRPr sz="2800"/>
          </a:p>
          <a:p>
            <a:pPr marL="0" indent="457200">
              <a:buNone/>
            </a:pPr>
            <a:r>
              <a:rPr sz="2800"/>
              <a:t>• Identification of profitable categories</a:t>
            </a:r>
            <a:endParaRPr sz="2800"/>
          </a:p>
          <a:p>
            <a:pPr marL="0" indent="457200">
              <a:buNone/>
            </a:pPr>
            <a:r>
              <a:rPr sz="2800"/>
              <a:t>• Support for data-driven business decisions</a:t>
            </a:r>
            <a:endParaRPr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1319</Words>
  <Application>WPS Presentation</Application>
  <PresentationFormat>On-screen Show (4:3)</PresentationFormat>
  <Paragraphs>58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Sales Performance Dashboard</vt:lpstr>
      <vt:lpstr>Objective &amp; Scope</vt:lpstr>
      <vt:lpstr>Key KPIs Used</vt:lpstr>
      <vt:lpstr>Dashboard Features</vt:lpstr>
      <vt:lpstr>Key Insights</vt:lpstr>
      <vt:lpstr>Conclusion &amp; Outcome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SWATHI SRI G</cp:lastModifiedBy>
  <cp:revision>5</cp:revision>
  <dcterms:created xsi:type="dcterms:W3CDTF">2013-01-27T09:14:00Z</dcterms:created>
  <dcterms:modified xsi:type="dcterms:W3CDTF">2025-12-16T03:19:00Z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19A7969565BA4AA9BBE9278A1F611BC9_13</vt:lpwstr>
  </property>
  <property fmtid="{D5CDD505-2E9C-101B-9397-08002B2CF9AE}" pid="3" name="KSOProductBuildVer">
    <vt:lpwstr>1033-12.2.0.23155</vt:lpwstr>
  </property>
</Properties>
</file>